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Smart Route Planning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Geographical Routing &amp; Emergency Spatial Search</a:t>
            </a:r>
          </a:p>
          <a:p/>
          <a:p>
            <a:r>
              <a:t>Submitted By: Udayveer Singh Chaudhary (12320106)</a:t>
            </a:r>
          </a:p>
          <a:p>
            <a:r>
              <a:t>Course: B.Tech CSE</a:t>
            </a:r>
          </a:p>
          <a:p>
            <a:r>
              <a:t>Submitted To: Sachin Garg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geographical routing is critical for modern logistics and emergency response.</a:t>
            </a:r>
          </a:p>
          <a:p>
            <a:pPr/>
            <a:r>
              <a:t>Problem Statement:</a:t>
            </a:r>
          </a:p>
          <a:p>
            <a:pPr lvl="1"/>
            <a:r>
              <a:t>• Commercial maps are heavy and rely on internet APIs.</a:t>
            </a:r>
          </a:p>
          <a:p>
            <a:pPr lvl="1"/>
            <a:r>
              <a:t>• Need a dynamic system that adapts to traffic and weather offline.</a:t>
            </a:r>
          </a:p>
          <a:p>
            <a:pPr/>
            <a:r>
              <a:t>Objectives:</a:t>
            </a:r>
          </a:p>
          <a:p>
            <a:pPr lvl="1"/>
            <a:r>
              <a:t>• Model geographical data (cities/highways) using Graph Theory.</a:t>
            </a:r>
          </a:p>
          <a:p>
            <a:pPr lvl="1"/>
            <a:r>
              <a:t>• Implement heuristic pathfinding algorithms from scratch.</a:t>
            </a:r>
          </a:p>
          <a:p>
            <a:pPr lvl="1"/>
            <a:r>
              <a:t>• Develop a proximity-based search engine for emergency facilities.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system was built entirely on native, lightweight technologies:</a:t>
            </a:r>
          </a:p>
          <a:p>
            <a:pPr/>
            <a:r>
              <a:t>Programming Language:</a:t>
            </a:r>
          </a:p>
          <a:p>
            <a:pPr lvl="1"/>
            <a:r>
              <a:t>• Java (JDK 17) - Chosen for robust Object-Oriented capabilities.</a:t>
            </a:r>
          </a:p>
          <a:p>
            <a:pPr/>
            <a:r>
              <a:t>UI Framework:</a:t>
            </a:r>
          </a:p>
          <a:p>
            <a:pPr lvl="1"/>
            <a:r>
              <a:t>• Java Swing - Core foundation for the desktop interface.</a:t>
            </a:r>
          </a:p>
          <a:p>
            <a:pPr lvl="1"/>
            <a:r>
              <a:t>• FlatLaf Engine - Modern 3rd-party library for a sleek, high-DPI UI.</a:t>
            </a:r>
          </a:p>
          <a:p>
            <a:pPr/>
            <a:r>
              <a:t>Architecture Pattern:</a:t>
            </a:r>
          </a:p>
          <a:p>
            <a:pPr lvl="1"/>
            <a:r>
              <a:t>• MVC (Model-View-Controller) separating data logic from visual rendering.</a:t>
            </a:r>
          </a:p>
          <a:p>
            <a:pPr/>
            <a:r>
              <a:t>Deployment:</a:t>
            </a:r>
          </a:p>
          <a:p>
            <a:pPr lvl="1"/>
            <a:r>
              <a:t>• Standalone Executable Java Archive (.jar)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Core Data Structures (DSA)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Heavily optimized data structures form the backbone of the system:</a:t>
            </a:r>
          </a:p>
          <a:p>
            <a:pPr/>
            <a:r>
              <a:t>Adjacency List (Graphs):</a:t>
            </a:r>
          </a:p>
          <a:p>
            <a:pPr lvl="1"/>
            <a:r>
              <a:t>• Stores the network of cities and roads.</a:t>
            </a:r>
          </a:p>
          <a:p>
            <a:pPr lvl="1"/>
            <a:r>
              <a:t>• Ensures memory scales linearly O(V + E) rather than exponentially.</a:t>
            </a:r>
          </a:p>
          <a:p>
            <a:pPr/>
            <a:r>
              <a:t>Priority Queues (Min-Heap):</a:t>
            </a:r>
          </a:p>
          <a:p>
            <a:pPr lvl="1"/>
            <a:r>
              <a:t>• Used in Dijkstra/A* to extract the closest nodes in O(log V) time.</a:t>
            </a:r>
          </a:p>
          <a:p>
            <a:pPr/>
            <a:r>
              <a:t>Priority Queues (Max-Heap):</a:t>
            </a:r>
          </a:p>
          <a:p>
            <a:pPr lvl="1"/>
            <a:r>
              <a:t>• Maintains the K-nearest emergency facilities during spatial searches.</a:t>
            </a:r>
          </a:p>
          <a:p>
            <a:pPr/>
            <a:r>
              <a:t>HashMaps:</a:t>
            </a:r>
          </a:p>
          <a:p>
            <a:pPr lvl="1"/>
            <a:r>
              <a:t>• Caches city names to coordinate objects for instant O(1) lookups.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Core Algorithms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Multiple algorithms were implemented and compared:</a:t>
            </a:r>
          </a:p>
          <a:p>
            <a:pPr/>
            <a:r>
              <a:t>Dijkstra's Algorithm:</a:t>
            </a:r>
          </a:p>
          <a:p>
            <a:pPr lvl="1"/>
            <a:r>
              <a:t>• Calculates the absolute shortest path across all edges.</a:t>
            </a:r>
          </a:p>
          <a:p>
            <a:pPr/>
            <a:r>
              <a:t>A* (A-Star) Search:</a:t>
            </a:r>
          </a:p>
          <a:p>
            <a:pPr lvl="1"/>
            <a:r>
              <a:t>• Utilizes the Haversine formula as a geographic heuristic to boost speed.</a:t>
            </a:r>
          </a:p>
          <a:p>
            <a:pPr/>
            <a:r>
              <a:t>Breadth-First Search (BFS):</a:t>
            </a:r>
          </a:p>
          <a:p>
            <a:pPr lvl="1"/>
            <a:r>
              <a:t>• Ignores physical distance to find routes with the fewest stops.</a:t>
            </a:r>
          </a:p>
          <a:p>
            <a:pPr/>
            <a:r>
              <a:t>Floyd-Warshall:</a:t>
            </a:r>
          </a:p>
          <a:p>
            <a:pPr lvl="1"/>
            <a:r>
              <a:t>• Dynamic programming for all-pairs shortest paths.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The Haversine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Crucial mathematical logic used to account for Earth's curvature:</a:t>
            </a:r>
          </a:p>
          <a:p>
            <a:pPr/>
            <a:r>
              <a:t>Purpose:</a:t>
            </a:r>
          </a:p>
          <a:p>
            <a:pPr lvl="1"/>
            <a:r>
              <a:t>• Calculates the 'great-circle' geographic distance between two points.</a:t>
            </a:r>
          </a:p>
          <a:p>
            <a:pPr/>
            <a:r>
              <a:t>Usage in System:</a:t>
            </a:r>
          </a:p>
          <a:p>
            <a:pPr lvl="1"/>
            <a:r>
              <a:t>• Acts as the heuristic 'h(n)' in the A* Search algorithm.</a:t>
            </a:r>
          </a:p>
          <a:p>
            <a:pPr lvl="1"/>
            <a:r>
              <a:t>• Validates whether an emergency facility is strictly within the 50km radius.</a:t>
            </a:r>
          </a:p>
          <a:p>
            <a:pPr/>
            <a:r>
              <a:t>Formula Concept:</a:t>
            </a:r>
          </a:p>
          <a:p>
            <a:pPr lvl="1"/>
            <a:r>
              <a:t>• a = sin²(Δφ/2) + cos φ1 ⋅ cos φ2 ⋅ sin²(Δλ/2)</a:t>
            </a:r>
          </a:p>
          <a:p>
            <a:pPr lvl="1"/>
            <a:r>
              <a:t>• c = 2 ⋅ atan2( √a, √(1−a) )</a:t>
            </a:r>
          </a:p>
          <a:p>
            <a:pPr lvl="1"/>
            <a:r>
              <a:t>• d = R ⋅ c (Where R = Earth Radius 6371km)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Module: Route Planner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primary navigation interface of the software:</a:t>
            </a:r>
          </a:p>
          <a:p>
            <a:pPr/>
            <a:r>
              <a:t>Features:</a:t>
            </a:r>
          </a:p>
          <a:p>
            <a:pPr lvl="1"/>
            <a:r>
              <a:t>• Dynamic Edge Modifiers: Simulates Live Traffic (delays) or Bad Weather (roadblocks) and recalculates the path instantly.</a:t>
            </a:r>
          </a:p>
          <a:p>
            <a:pPr lvl="1"/>
            <a:r>
              <a:t>• Cost Estimation Engine: Calculates estimated fuel consumption (Liters) and tolls.</a:t>
            </a:r>
          </a:p>
          <a:p>
            <a:pPr lvl="1"/>
            <a:r>
              <a:t>• Custom 2D Graphics Engine: Normalizes Lat/Lon coordinates to screen pixels.</a:t>
            </a:r>
          </a:p>
          <a:p>
            <a:pPr lvl="1"/>
            <a:r>
              <a:t>• Auto-Zoom: Mathematically calculates a bounding box to frame the final route perfectly on the map.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Module: Nearby &amp; Emergency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localized spatial search engine for critical infrastructure:</a:t>
            </a:r>
          </a:p>
          <a:p>
            <a:pPr/>
            <a:r>
              <a:t>Features:</a:t>
            </a:r>
          </a:p>
          <a:p>
            <a:pPr lvl="1"/>
            <a:r>
              <a:t>• Queries the graph for Hospitals, Police Stations, and Petrol Pumps.</a:t>
            </a:r>
          </a:p>
          <a:p>
            <a:pPr lvl="1"/>
            <a:r>
              <a:t>• Hard limit of 50 km search radius.</a:t>
            </a:r>
          </a:p>
          <a:p>
            <a:pPr lvl="1"/>
            <a:r>
              <a:t>• Max-Heap implementation discards distant locations to find the K-nearest.</a:t>
            </a:r>
          </a:p>
          <a:p>
            <a:pPr lvl="1"/>
            <a:r>
              <a:t>• Numbered visual map markers map exactly to the printed text list to prevent UI overlap.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Module: Admin Data Injector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Allows real-time expansion of the graph database without code changes:</a:t>
            </a:r>
          </a:p>
          <a:p>
            <a:pPr/>
            <a:r>
              <a:t>Add Cities:</a:t>
            </a:r>
          </a:p>
          <a:p>
            <a:pPr lvl="1"/>
            <a:r>
              <a:t>• Automatically assigns IDs and plots new coordinate points on the map.</a:t>
            </a:r>
          </a:p>
          <a:p>
            <a:pPr/>
            <a:r>
              <a:t>Add Roads:</a:t>
            </a:r>
          </a:p>
          <a:p>
            <a:pPr lvl="1"/>
            <a:r>
              <a:t>• Forges connecting edges between cities with specific speed limits and distances.</a:t>
            </a:r>
          </a:p>
          <a:p>
            <a:pPr/>
            <a:r>
              <a:t>Add Places:</a:t>
            </a:r>
          </a:p>
          <a:p>
            <a:pPr lvl="1"/>
            <a:r>
              <a:t>• Spawns localized facilities (e.g., new ATMs) that are instantly searchable by the Nearby engine.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modular architecture allows for massive future scalability:</a:t>
            </a:r>
          </a:p>
          <a:p>
            <a:pPr/>
            <a:r>
              <a:t>Live API Integration:</a:t>
            </a:r>
          </a:p>
          <a:p>
            <a:pPr lvl="1"/>
            <a:r>
              <a:t>• Fetch real-time traffic data from Google Maps API or OpenWeather API.</a:t>
            </a:r>
          </a:p>
          <a:p>
            <a:pPr/>
            <a:r>
              <a:t>Database Persistence:</a:t>
            </a:r>
          </a:p>
          <a:p>
            <a:pPr lvl="1"/>
            <a:r>
              <a:t>• Migrate in-memory HashMaps to an AWS RDS (MySQL) cloud database.</a:t>
            </a:r>
          </a:p>
          <a:p>
            <a:pPr/>
            <a:r>
              <a:t>Turn-by-Turn Telemetry:</a:t>
            </a:r>
          </a:p>
          <a:p>
            <a:pPr lvl="1"/>
            <a:r>
              <a:t>• Implement vector calculations to generate 'Turn Left / Turn Right' instructions.</a:t>
            </a:r>
          </a:p>
          <a:p>
            <a:pPr/>
            <a:r>
              <a:t>Mobile Porting:</a:t>
            </a:r>
          </a:p>
          <a:p>
            <a:pPr lvl="1"/>
            <a:r>
              <a:t>• Migrate core Java DSA logic to Kotlin for Android deployment.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Summary of project achievements:</a:t>
            </a:r>
          </a:p>
          <a:p>
            <a:pPr lvl="1"/>
            <a:r>
              <a:t>• Successfully bridged theoretical computer science with practical software engineering.</a:t>
            </a:r>
          </a:p>
          <a:p>
            <a:pPr lvl="1"/>
            <a:r>
              <a:t>• Proved the massive efficiency gains of optimized Heaps and Adjacency Lists.</a:t>
            </a:r>
          </a:p>
          <a:p>
            <a:pPr lvl="1"/>
            <a:r>
              <a:t>• Built a fully-featured, deployable desktop application.</a:t>
            </a:r>
          </a:p>
          <a:p>
            <a:pPr lvl="1"/>
            <a:r>
              <a:t>• The system is highly scalable, interactive, and parallels professional logistics software.</a:t>
            </a:r>
          </a:p>
          <a:p>
            <a:pPr/>
          </a:p>
          <a:p>
            <a:pPr/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