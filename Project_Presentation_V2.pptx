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Smart Route Planning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64C8FF"/>
                </a:solidFill>
              </a:defRPr>
            </a:pPr>
            <a:r>
              <a:t>Geographical Routing &amp; Emergency Spatial Search</a:t>
            </a:r>
          </a:p>
          <a:p>
            <a:br/>
            <a:pPr algn="ctr">
              <a:defRPr sz="2400">
                <a:solidFill>
                  <a:srgbClr val="C8C8C8"/>
                </a:solidFill>
              </a:defRPr>
            </a:pPr>
            <a:r>
              <a:t>Submitted By: Udayveer Singh Chaudhary (12320106)</a:t>
            </a:r>
            <a:br/>
            <a:r>
              <a:t>Course: B.Tech CSE</a:t>
            </a:r>
            <a:br/>
            <a:r>
              <a:t>Submitted To: Sachin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1. Introduction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Efficient geographical routing is critical for modern logistics and emergency response.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Problem Statement: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Commercial maps are heavy and rely on internet APIs.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Need a dynamic system that adapts to traffic and weather offline.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Objectives: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Model geographical data (cities/highways) using Graph Theory.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heuristic pathfinding algorithms from scratch.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Develop a proximity-based search engine for emergency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2.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system was built entirely on native, lightweight technologies: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Programming Language: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(JDK 17) - Chosen for robust Object-Oriented capabilities.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UI Framework: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Java Swing - Core foundation for the desktop interface.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FlatLaf Engine - Modern library for a sleek, high-DPI UI.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Architecture Pattern: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MVC (Model-View-Controller) separating data logic from visual rendering.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Deployment: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Standalone Executable Java Archive (.jar)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3. Core Data Structures (DSA)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Heavily optimized data structures form the backbone of the system: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Adjacency List (Graphs):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Stores the network of cities and roads (edges).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Ensures memory scales linearly O(V + E) rather than exponentially.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(Min-Heap):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Used in Dijkstra/A* to extract the closest nodes in O(log V) time.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Priority Queues (Max-Heap):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Maintains the K-nearest emergency facilities during spatial searches.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HashMaps: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Caches city names to coordinate objects for instant O(1) lookups.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4. Core Algorithms Implemented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Multiple algorithms were implemented and compared: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Dijkstra's Algorithm: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absolute shortest path across all edges.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A* (A-Star) Search: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Utilizes the Haversine formula as a geographic heuristic to boost speed.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Breadth-First Search (BFS):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Ignores physical distance to find routes with the fewest stops.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Floyd-Warshall: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Dynamic programming for all-pairs shortest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5. The Haversine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Crucial mathematical logic used to account for Earth's curvature: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Purpose: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Calculates the 'great-circle' geographic distance between two points.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Usage in System: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Acts as the heuristic 'h(n)' in the A* Search algorithm.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Validates whether an emergency facility is strictly within the 50km radius.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Formula Concept: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a = sin²(Δφ/2) + cos φ1 ⋅ cos φ2 ⋅ sin²(Δλ/2)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c = 2 ⋅ atan2( √a, √(1−a) )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d = R ⋅ c (Where R = Earth Radius 6371km)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Route Planner: Shortest Path Demonstration</a:t>
            </a:r>
          </a:p>
        </p:txBody>
      </p:sp>
      <p:pic>
        <p:nvPicPr>
          <p:cNvPr id="3" name="Picture 2" descr="media_17860205615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Spatial Search: Nearby Emergency Locator</a:t>
            </a:r>
          </a:p>
        </p:txBody>
      </p:sp>
      <p:pic>
        <p:nvPicPr>
          <p:cNvPr id="3" name="Picture 2" descr="media_17860205836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600">
                <a:solidFill>
                  <a:srgbClr val="64C8FF"/>
                </a:solidFill>
              </a:defRPr>
            </a:pPr>
            <a:r>
              <a:t>Database Management: Administrator Panel</a:t>
            </a:r>
          </a:p>
        </p:txBody>
      </p:sp>
      <p:pic>
        <p:nvPicPr>
          <p:cNvPr id="3" name="Picture 2" descr="media_1786020612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904" y="1097280"/>
            <a:ext cx="9144000" cy="5715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4000">
                <a:solidFill>
                  <a:srgbClr val="64C8FF"/>
                </a:solidFill>
              </a:defRPr>
            </a:pPr>
            <a:r>
              <a:t>6.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72591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The modular architecture allows for massive future scalability: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Live API Integration: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Fetch real-time traffic data from Google Maps API or OpenWeather API.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Database Persistence: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in-memory HashMaps to an AWS RDS (MySQL) cloud database.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Turn-by-Turn Telemetry: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Implement vector calculations to generate 'Turn Left / Turn Right' instructions.</a:t>
            </a:r>
          </a:p>
          <a:p>
            <a:pPr>
              <a:spcAft>
                <a:spcPts val="1000"/>
              </a:spcAft>
              <a:defRPr sz="2600" b="1">
                <a:solidFill>
                  <a:srgbClr val="E6E6E6"/>
                </a:solidFill>
              </a:defRPr>
            </a:pPr>
            <a:r>
              <a:t>• Mobile Porting:</a:t>
            </a:r>
          </a:p>
          <a:p>
            <a:pPr lvl="1">
              <a:spcAft>
                <a:spcPts val="1000"/>
              </a:spcAft>
              <a:defRPr sz="2200" b="0">
                <a:solidFill>
                  <a:srgbClr val="E6E6E6"/>
                </a:solidFill>
              </a:defRPr>
            </a:pPr>
            <a:r>
              <a:t>Migrate core Java DSA logic to Kotlin for Android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19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7200">
                <a:solidFill>
                  <a:srgbClr val="64C8FF"/>
                </a:solidFill>
              </a:defRPr>
            </a:pPr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