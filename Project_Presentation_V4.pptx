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Smart Route Planning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C8FF"/>
                </a:solidFill>
              </a:defRPr>
            </a:pPr>
            <a:r>
              <a:t>Geographical Routing &amp; Emergency Spatial Search</a:t>
            </a:r>
          </a:p>
          <a:p>
            <a:br/>
            <a:pPr algn="ctr">
              <a:defRPr sz="2400">
                <a:solidFill>
                  <a:srgbClr val="C8C8C8"/>
                </a:solidFill>
              </a:defRPr>
            </a:pPr>
            <a:r>
              <a:t>Submitted By: Udayveer Singh Chaudhary (12320106)</a:t>
            </a:r>
            <a:br/>
            <a:r>
              <a:t>Course: B.Tech CSE</a:t>
            </a:r>
            <a:br/>
            <a:r>
              <a:t>Submitted To: Sachin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1.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Efficient geographical routing is critical for modern logistics and emergency response.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Problem Statement: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Commercial maps are heavy and rely on internet APIs.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Need a dynamic system that adapts to traffic and weather offline.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Objectives: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Model geographical data (cities/highways) using Graph Theory.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heuristic pathfinding algorithms from scratch.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Develop a proximity-based search engine for emergency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system was built entirely on native, lightweight technologies: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Programming Language: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(JDK 17) - Chosen for robust Object-Oriented capabilities.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UI Framework: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Swing - Core foundation for the desktop interface.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FlatLaf Engine - Modern library for a sleek, high-DPI UI.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Architecture Pattern: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MVC (Model-View-Controller) separating data logic from visual rendering.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Deployment: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Standalone Executable Java Archive (.jar)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3. System Architecture Roadmap (MVC)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2286000" cy="2743200"/>
          </a:xfrm>
          <a:prstGeom prst="roundRect">
            <a:avLst/>
          </a:prstGeom>
          <a:solidFill>
            <a:srgbClr val="282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VIEW</a:t>
            </a:r>
            <a:br/>
            <a:r>
              <a:t>(Frontend UI)</a:t>
            </a:r>
            <a:br/>
            <a:br/>
            <a:r>
              <a:t>• Java Swing</a:t>
            </a:r>
            <a:br/>
            <a:r>
              <a:t>• FlatLaf Engine</a:t>
            </a:r>
            <a:br/>
            <a:r>
              <a:t>• Custom MapPanel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2286000"/>
            <a:ext cx="2286000" cy="2743200"/>
          </a:xfrm>
          <a:prstGeom prst="roundRect">
            <a:avLst/>
          </a:prstGeom>
          <a:solidFill>
            <a:srgbClr val="50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CONTROLLER</a:t>
            </a:r>
            <a:br/>
            <a:r>
              <a:t>(Logic &amp; DSA)</a:t>
            </a:r>
            <a:br/>
            <a:br/>
            <a:r>
              <a:t>• RoutingAlgorithms</a:t>
            </a:r>
            <a:br/>
            <a:r>
              <a:t>• NearbyPlacesFinder</a:t>
            </a:r>
            <a:br/>
            <a:r>
              <a:t>• CostCalculators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286000"/>
            <a:ext cx="2286000" cy="2743200"/>
          </a:xfrm>
          <a:prstGeom prst="roundRect">
            <a:avLst/>
          </a:prstGeom>
          <a:solidFill>
            <a:srgbClr val="2850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MODEL</a:t>
            </a:r>
            <a:br/>
            <a:r>
              <a:t>(Database)</a:t>
            </a:r>
            <a:br/>
            <a:br/>
            <a:r>
              <a:t>• Graph (Adjacency)</a:t>
            </a:r>
            <a:br/>
            <a:r>
              <a:t>• City Objects</a:t>
            </a:r>
            <a:br/>
            <a:r>
              <a:t>• Road Objects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657600"/>
            <a:ext cx="12801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23760" y="3657600"/>
            <a:ext cx="12801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4. File &amp; Package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657600"/>
            <a:ext cx="2560320" cy="91440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com.routeplanner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371600"/>
            <a:ext cx="7772400" cy="822960"/>
          </a:xfrm>
          <a:prstGeom prst="roundRect">
            <a:avLst/>
          </a:prstGeom>
          <a:solidFill>
            <a:srgbClr val="285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/>
            </a:pPr>
            <a:r>
              <a:t>model   ➔   Entity Data Classes (City, Road, Graph)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017520" y="1783080"/>
            <a:ext cx="822960" cy="2331720"/>
          </a:xfrm>
          <a:prstGeom prst="bentConnector3">
            <a:avLst/>
          </a:prstGeom>
          <a:ln w="381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2377440"/>
            <a:ext cx="7772400" cy="822960"/>
          </a:xfrm>
          <a:prstGeom prst="roundRect">
            <a:avLst/>
          </a:prstGeom>
          <a:solidFill>
            <a:srgbClr val="285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/>
            </a:pPr>
            <a:r>
              <a:t>dao   ➔   Database Access &amp; Storage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017520" y="2788920"/>
            <a:ext cx="822960" cy="1325880"/>
          </a:xfrm>
          <a:prstGeom prst="bentConnector3">
            <a:avLst/>
          </a:prstGeom>
          <a:ln w="381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3383280"/>
            <a:ext cx="7772400" cy="822960"/>
          </a:xfrm>
          <a:prstGeom prst="roundRect">
            <a:avLst/>
          </a:prstGeom>
          <a:solidFill>
            <a:srgbClr val="285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/>
            </a:pPr>
            <a:r>
              <a:t>dsa   ➔   Core Algorithm Engines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017520" y="3794760"/>
            <a:ext cx="822960" cy="320040"/>
          </a:xfrm>
          <a:prstGeom prst="bentConnector3">
            <a:avLst/>
          </a:prstGeom>
          <a:ln w="381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0" y="4389120"/>
            <a:ext cx="7772400" cy="822960"/>
          </a:xfrm>
          <a:prstGeom prst="roundRect">
            <a:avLst/>
          </a:prstGeom>
          <a:solidFill>
            <a:srgbClr val="285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/>
            </a:pPr>
            <a:r>
              <a:t>manager   ➔   Business Logic &amp; Computation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4114800"/>
            <a:ext cx="822960" cy="685800"/>
          </a:xfrm>
          <a:prstGeom prst="bentConnector3">
            <a:avLst/>
          </a:prstGeom>
          <a:ln w="381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40480" y="5394960"/>
            <a:ext cx="7772400" cy="822960"/>
          </a:xfrm>
          <a:prstGeom prst="roundRect">
            <a:avLst/>
          </a:prstGeom>
          <a:solidFill>
            <a:srgbClr val="2850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/>
            </a:pPr>
            <a:r>
              <a:t>ui   ➔   Graphical Interface Components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4114800"/>
            <a:ext cx="822960" cy="1691640"/>
          </a:xfrm>
          <a:prstGeom prst="bentConnector3">
            <a:avLst/>
          </a:prstGeom>
          <a:ln w="381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5. Core Data Structures (DSA)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Heavily optimized data structures form the backbone of the system: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Adjacency List (Graphs):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Stores the network of cities and roads (edges).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Ensures memory scales linearly O(V + E) rather than exponentially.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(Min-Heap):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Used in Dijkstra/A* to extract the closest nodes in O(log V) time.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(Max-Heap):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Maintains the K-nearest emergency facilities during spatial searches.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HashMaps: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Caches city names to coordinate objects for instant O(1) lookups.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6. Core Algorithms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Multiple algorithms were implemented and compared: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Dijkstra's Algorithm: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absolute shortest path across all edges.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A* (A-Star) Search: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Utilizes the Haversine formula as a geographic heuristic to boost speed.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Breadth-First Search (BFS):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Ignores physical distance to find routes with the fewest stops.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Floyd-Warshall: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Dynamic programming for all-pairs shortest paths.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7. The Haversine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Crucial mathematical logic used to account for Earth's curvature: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Purpose: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'great-circle' geographic distance between two points.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Usage in System: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Acts as the heuristic 'h(n)' in the A* Search algorithm.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Validates whether an emergency facility is strictly within the 50km radius.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Formula Concept: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 = sin²(Δφ/2) + cos φ1 ⋅ cos φ2 ⋅ sin²(Δλ/2)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 = 2 ⋅ atan2( √a, √(1−a) 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 = R ⋅ c (Where R = Earth Radius 6371km)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Route Planner: Shortest Path Demonstration</a:t>
            </a:r>
          </a:p>
        </p:txBody>
      </p:sp>
      <p:pic>
        <p:nvPicPr>
          <p:cNvPr id="3" name="Picture 2" descr="media_1786020561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Spatial Search: Nearby Emergency Locator</a:t>
            </a:r>
          </a:p>
        </p:txBody>
      </p:sp>
      <p:pic>
        <p:nvPicPr>
          <p:cNvPr id="3" name="Picture 2" descr="media_1786020583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Database Management: Administrator Panel</a:t>
            </a:r>
          </a:p>
        </p:txBody>
      </p:sp>
      <p:pic>
        <p:nvPicPr>
          <p:cNvPr id="3" name="Picture 2" descr="media_1786020612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8.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modular architecture allows for massive future scalability: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Live API Integration: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Fetch real-time traffic data from Google Maps API or OpenWeather API.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Database Persistence: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in-memory HashMaps to an AWS RDS (MySQL) cloud database.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Turn-by-Turn Telemetry: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vector calculations to generate 'Turn Left / Turn Right' instructions.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Mobile Porting: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core Java DSA logic to Kotlin for Android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7200">
                <a:solidFill>
                  <a:srgbClr val="64C8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